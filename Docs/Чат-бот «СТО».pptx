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327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15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53489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68302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17878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74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1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69917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5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203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69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51B3D5D-49BA-428A-91E2-FEC1AD3B602C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A7BFD05-637F-47B1-B4D6-4C912FAEFEB5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2122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Чат-бот «СТО»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9232" y="5988432"/>
            <a:ext cx="11617000" cy="742279"/>
          </a:xfrm>
        </p:spPr>
        <p:txBody>
          <a:bodyPr>
            <a:normAutofit fontScale="70000" lnSpcReduction="20000"/>
          </a:bodyPr>
          <a:lstStyle/>
          <a:p>
            <a:r>
              <a:rPr lang="uk-UA" dirty="0" smtClean="0"/>
              <a:t>Виконали студенти групи ПІ-412</a:t>
            </a:r>
          </a:p>
          <a:p>
            <a:r>
              <a:rPr lang="uk-UA" dirty="0" smtClean="0"/>
              <a:t>Баранов А., Березовська А., Бурим А</a:t>
            </a:r>
            <a:r>
              <a:rPr lang="uk-UA" dirty="0" smtClean="0"/>
              <a:t>., Пономарьов </a:t>
            </a:r>
            <a:r>
              <a:rPr lang="uk-UA" dirty="0" smtClean="0"/>
              <a:t>П</a:t>
            </a:r>
            <a:r>
              <a:rPr lang="uk-UA" dirty="0" smtClean="0"/>
              <a:t>., </a:t>
            </a:r>
            <a:r>
              <a:rPr lang="uk-UA" dirty="0" err="1" smtClean="0"/>
              <a:t>Покатаєва</a:t>
            </a:r>
            <a:r>
              <a:rPr lang="uk-UA" dirty="0" smtClean="0"/>
              <a:t> </a:t>
            </a:r>
            <a:r>
              <a:rPr lang="uk-UA" dirty="0" smtClean="0"/>
              <a:t>с</a:t>
            </a:r>
            <a:r>
              <a:rPr lang="uk-UA" dirty="0" smtClean="0"/>
              <a:t>., Чернишов </a:t>
            </a:r>
            <a:r>
              <a:rPr lang="uk-UA" dirty="0" smtClean="0"/>
              <a:t>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85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3242930" y="205670"/>
            <a:ext cx="8187071" cy="1484585"/>
          </a:xfrm>
        </p:spPr>
        <p:txBody>
          <a:bodyPr/>
          <a:lstStyle/>
          <a:p>
            <a:r>
              <a:rPr lang="uk-UA" dirty="0" smtClean="0"/>
              <a:t>Ідея </a:t>
            </a:r>
            <a:r>
              <a:rPr lang="uk-UA" dirty="0" err="1" smtClean="0"/>
              <a:t>проєкту</a:t>
            </a:r>
            <a:endParaRPr lang="uk-UA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2931203" y="2619782"/>
            <a:ext cx="8810524" cy="2589528"/>
          </a:xfrm>
        </p:spPr>
        <p:txBody>
          <a:bodyPr>
            <a:noAutofit/>
          </a:bodyPr>
          <a:lstStyle/>
          <a:p>
            <a:r>
              <a:rPr lang="uk-UA" dirty="0" smtClean="0"/>
              <a:t>Чат-бот для СТО </a:t>
            </a:r>
            <a:r>
              <a:rPr lang="uk-UA" b="0" dirty="0" smtClean="0"/>
              <a:t>— це цифровий помічник, який автоматизує запис клієнтів, зменшує навантаження на персонал та підвищує зручність обслуговування. </a:t>
            </a:r>
          </a:p>
          <a:p>
            <a:endParaRPr lang="uk-UA" dirty="0" smtClean="0"/>
          </a:p>
          <a:p>
            <a:r>
              <a:rPr lang="uk-UA" dirty="0" smtClean="0"/>
              <a:t>Наша мета </a:t>
            </a:r>
            <a:r>
              <a:rPr lang="uk-UA" b="0" dirty="0" smtClean="0"/>
              <a:t>—</a:t>
            </a:r>
            <a:r>
              <a:rPr lang="uk-UA" dirty="0" smtClean="0"/>
              <a:t> </a:t>
            </a:r>
            <a:r>
              <a:rPr lang="uk-UA" b="0" dirty="0" smtClean="0"/>
              <a:t>зробити взаємодію клієнта з СТО швидкою, простою та доступною 24/7.</a:t>
            </a:r>
            <a:endParaRPr lang="uk-UA" b="0" dirty="0"/>
          </a:p>
        </p:txBody>
      </p:sp>
    </p:spTree>
    <p:extLst>
      <p:ext uri="{BB962C8B-B14F-4D97-AF65-F5344CB8AC3E}">
        <p14:creationId xmlns:p14="http://schemas.microsoft.com/office/powerpoint/2010/main" val="1233940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3560" y="1553042"/>
            <a:ext cx="9004490" cy="43626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>🔴 Клієнти не хочуть телефонувати</a:t>
            </a:r>
            <a:r>
              <a:rPr lang="uk-UA" sz="1600" b="1" dirty="0" smtClean="0">
                <a:solidFill>
                  <a:schemeClr val="accent1"/>
                </a:solidFill>
                <a:latin typeface="+mn-lt"/>
              </a:rPr>
              <a:t> — </a:t>
            </a: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>це довго та незручно</a:t>
            </a:r>
            <a:br>
              <a:rPr lang="uk-UA" sz="1600" dirty="0" smtClean="0">
                <a:solidFill>
                  <a:schemeClr val="accent1"/>
                </a:solidFill>
                <a:latin typeface="+mn-lt"/>
              </a:rPr>
            </a:b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/>
            </a:r>
            <a:br>
              <a:rPr lang="uk-UA" sz="1600" dirty="0" smtClean="0">
                <a:solidFill>
                  <a:schemeClr val="accent1"/>
                </a:solidFill>
                <a:latin typeface="+mn-lt"/>
              </a:rPr>
            </a:b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>🔴 Адміністратори перевантажені дзвінками</a:t>
            </a:r>
            <a:br>
              <a:rPr lang="uk-UA" sz="1600" dirty="0" smtClean="0">
                <a:solidFill>
                  <a:schemeClr val="accent1"/>
                </a:solidFill>
                <a:latin typeface="+mn-lt"/>
              </a:rPr>
            </a:b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/>
            </a:r>
            <a:br>
              <a:rPr lang="uk-UA" sz="1600" dirty="0" smtClean="0">
                <a:solidFill>
                  <a:schemeClr val="accent1"/>
                </a:solidFill>
                <a:latin typeface="+mn-lt"/>
              </a:rPr>
            </a:b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>🔴 Втрата клієнтів через відсутність онлайн-запису</a:t>
            </a:r>
            <a:br>
              <a:rPr lang="uk-UA" sz="1600" dirty="0" smtClean="0">
                <a:solidFill>
                  <a:schemeClr val="accent1"/>
                </a:solidFill>
                <a:latin typeface="+mn-lt"/>
              </a:rPr>
            </a:b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/>
            </a:r>
            <a:br>
              <a:rPr lang="uk-UA" sz="1600" dirty="0" smtClean="0">
                <a:solidFill>
                  <a:schemeClr val="accent1"/>
                </a:solidFill>
                <a:latin typeface="+mn-lt"/>
              </a:rPr>
            </a:br>
            <a:r>
              <a:rPr lang="uk-UA" sz="1600" dirty="0" smtClean="0">
                <a:solidFill>
                  <a:schemeClr val="accent1"/>
                </a:solidFill>
                <a:latin typeface="+mn-lt"/>
              </a:rPr>
              <a:t>🔴 Відсутність прозорої історії відвідувань для клієнта</a:t>
            </a:r>
            <a:endParaRPr lang="uk-UA" sz="16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96937" y="252888"/>
            <a:ext cx="8212505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8800" dirty="0" smtClean="0">
                <a:latin typeface="+mj-lt"/>
              </a:rPr>
              <a:t>ПРОБЛЕМА РИНКУ</a:t>
            </a:r>
            <a:endParaRPr lang="ru-RU" sz="8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998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92100" y="385732"/>
            <a:ext cx="8187071" cy="1329947"/>
          </a:xfrm>
        </p:spPr>
        <p:txBody>
          <a:bodyPr/>
          <a:lstStyle/>
          <a:p>
            <a:r>
              <a:rPr lang="ru-RU" dirty="0"/>
              <a:t>Наше </a:t>
            </a:r>
            <a:r>
              <a:rPr lang="ru-RU" dirty="0" err="1"/>
              <a:t>рішення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68213" y="2253088"/>
            <a:ext cx="8634844" cy="392765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b="0" dirty="0"/>
              <a:t>Ми </a:t>
            </a:r>
            <a:r>
              <a:rPr lang="ru-RU" b="0" dirty="0" err="1"/>
              <a:t>розробили</a:t>
            </a:r>
            <a:r>
              <a:rPr lang="ru-RU" b="0" dirty="0"/>
              <a:t> чат-бот для СТО, </a:t>
            </a:r>
            <a:r>
              <a:rPr lang="ru-RU" b="0" dirty="0" err="1"/>
              <a:t>який</a:t>
            </a:r>
            <a:r>
              <a:rPr lang="ru-RU" b="0" dirty="0"/>
              <a:t> </a:t>
            </a:r>
            <a:r>
              <a:rPr lang="ru-RU" b="0" dirty="0" err="1"/>
              <a:t>повністю</a:t>
            </a:r>
            <a:r>
              <a:rPr lang="ru-RU" b="0" dirty="0"/>
              <a:t> </a:t>
            </a:r>
            <a:r>
              <a:rPr lang="ru-RU" b="0" dirty="0" err="1"/>
              <a:t>бере</a:t>
            </a:r>
            <a:r>
              <a:rPr lang="ru-RU" b="0" dirty="0"/>
              <a:t> на себе </a:t>
            </a:r>
            <a:r>
              <a:rPr lang="ru-RU" b="0" dirty="0" err="1"/>
              <a:t>первинну</a:t>
            </a:r>
            <a:r>
              <a:rPr lang="ru-RU" b="0" dirty="0"/>
              <a:t> </a:t>
            </a:r>
            <a:r>
              <a:rPr lang="ru-RU" b="0" dirty="0" err="1"/>
              <a:t>комунікацію</a:t>
            </a:r>
            <a:r>
              <a:rPr lang="ru-RU" b="0" dirty="0"/>
              <a:t> з </a:t>
            </a:r>
            <a:r>
              <a:rPr lang="ru-RU" b="0" dirty="0" err="1"/>
              <a:t>клієнтом</a:t>
            </a:r>
            <a:r>
              <a:rPr lang="ru-RU" b="0" dirty="0"/>
              <a:t> та </a:t>
            </a:r>
            <a:r>
              <a:rPr lang="ru-RU" b="0" dirty="0" err="1"/>
              <a:t>процес</a:t>
            </a:r>
            <a:r>
              <a:rPr lang="ru-RU" b="0" dirty="0"/>
              <a:t> </a:t>
            </a:r>
            <a:r>
              <a:rPr lang="ru-RU" b="0" dirty="0" err="1"/>
              <a:t>запису</a:t>
            </a:r>
            <a:r>
              <a:rPr lang="ru-RU" b="0" dirty="0"/>
              <a:t> на </a:t>
            </a:r>
            <a:r>
              <a:rPr lang="ru-RU" b="0" dirty="0" err="1"/>
              <a:t>послуги</a:t>
            </a:r>
            <a:r>
              <a:rPr lang="ru-RU" b="0" dirty="0" smtClean="0"/>
              <a:t>.</a:t>
            </a:r>
          </a:p>
          <a:p>
            <a:pPr>
              <a:lnSpc>
                <a:spcPct val="150000"/>
              </a:lnSpc>
            </a:pPr>
            <a:endParaRPr lang="ru-RU" b="0" dirty="0"/>
          </a:p>
          <a:p>
            <a:pPr>
              <a:lnSpc>
                <a:spcPct val="150000"/>
              </a:lnSpc>
            </a:pPr>
            <a:r>
              <a:rPr lang="ru-RU" b="0" dirty="0"/>
              <a:t>Бот </a:t>
            </a:r>
            <a:r>
              <a:rPr lang="ru-RU" b="0" dirty="0" err="1"/>
              <a:t>працює</a:t>
            </a:r>
            <a:r>
              <a:rPr lang="ru-RU" b="0" dirty="0"/>
              <a:t> у </a:t>
            </a:r>
            <a:r>
              <a:rPr lang="uk-UA" b="0" dirty="0" err="1" smtClean="0"/>
              <a:t>месенджері</a:t>
            </a:r>
            <a:r>
              <a:rPr lang="uk-UA" b="0" dirty="0" smtClean="0"/>
              <a:t> </a:t>
            </a:r>
            <a:r>
              <a:rPr lang="en-US" b="0" dirty="0" smtClean="0"/>
              <a:t>Telegram</a:t>
            </a:r>
            <a:r>
              <a:rPr lang="ru-RU" b="0" dirty="0" smtClean="0"/>
              <a:t> </a:t>
            </a:r>
            <a:r>
              <a:rPr lang="ru-RU" b="0" dirty="0"/>
              <a:t>та не </a:t>
            </a:r>
            <a:r>
              <a:rPr lang="ru-RU" b="0" dirty="0" err="1"/>
              <a:t>потребує</a:t>
            </a:r>
            <a:r>
              <a:rPr lang="ru-RU" b="0" dirty="0"/>
              <a:t> </a:t>
            </a:r>
            <a:r>
              <a:rPr lang="ru-RU" b="0" dirty="0" err="1"/>
              <a:t>встановлення</a:t>
            </a:r>
            <a:r>
              <a:rPr lang="ru-RU" b="0" dirty="0"/>
              <a:t> </a:t>
            </a:r>
            <a:r>
              <a:rPr lang="ru-RU" b="0" dirty="0" err="1"/>
              <a:t>окремого</a:t>
            </a:r>
            <a:r>
              <a:rPr lang="ru-RU" b="0" dirty="0"/>
              <a:t> </a:t>
            </a:r>
            <a:r>
              <a:rPr lang="ru-RU" b="0" dirty="0" err="1"/>
              <a:t>застосунку</a:t>
            </a:r>
            <a:r>
              <a:rPr lang="ru-RU" b="0" dirty="0"/>
              <a:t>.</a:t>
            </a:r>
          </a:p>
          <a:p>
            <a:pPr>
              <a:lnSpc>
                <a:spcPct val="150000"/>
              </a:lnSpc>
            </a:pPr>
            <a:endParaRPr lang="uk-UA" b="0" dirty="0"/>
          </a:p>
        </p:txBody>
      </p:sp>
    </p:spTree>
    <p:extLst>
      <p:ext uri="{BB962C8B-B14F-4D97-AF65-F5344CB8AC3E}">
        <p14:creationId xmlns:p14="http://schemas.microsoft.com/office/powerpoint/2010/main" val="369433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err="1"/>
              <a:t>Функціонал</a:t>
            </a:r>
            <a:r>
              <a:rPr lang="ru-RU" dirty="0"/>
              <a:t> чат-бота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32" y="798202"/>
            <a:ext cx="6120000" cy="5401666"/>
          </a:xfrm>
        </p:spPr>
      </p:pic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algn="ctr"/>
            <a:r>
              <a:rPr lang="ru-RU" dirty="0" err="1"/>
              <a:t>Зареєструватися</a:t>
            </a:r>
            <a:r>
              <a:rPr lang="ru-RU" dirty="0"/>
              <a:t>, </a:t>
            </a:r>
            <a:r>
              <a:rPr lang="ru-RU" dirty="0" err="1"/>
              <a:t>вказавши</a:t>
            </a:r>
            <a:r>
              <a:rPr lang="ru-RU" dirty="0"/>
              <a:t> ПІБ та номер телефону</a:t>
            </a:r>
          </a:p>
        </p:txBody>
      </p:sp>
    </p:spTree>
    <p:extLst>
      <p:ext uri="{BB962C8B-B14F-4D97-AF65-F5344CB8AC3E}">
        <p14:creationId xmlns:p14="http://schemas.microsoft.com/office/powerpoint/2010/main" val="1657081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err="1"/>
              <a:t>Функціонал</a:t>
            </a:r>
            <a:r>
              <a:rPr lang="ru-RU" dirty="0"/>
              <a:t> чат-бота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48" y="828386"/>
            <a:ext cx="6120000" cy="5421058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algn="ctr"/>
            <a:r>
              <a:rPr lang="ru-RU" dirty="0" err="1"/>
              <a:t>Переглянути</a:t>
            </a:r>
            <a:r>
              <a:rPr lang="ru-RU" dirty="0"/>
              <a:t> прайс-лист </a:t>
            </a:r>
            <a:r>
              <a:rPr lang="ru-RU" dirty="0" err="1"/>
              <a:t>послуг</a:t>
            </a:r>
            <a:r>
              <a:rPr lang="ru-RU" dirty="0"/>
              <a:t> СТО</a:t>
            </a:r>
          </a:p>
        </p:txBody>
      </p:sp>
    </p:spTree>
    <p:extLst>
      <p:ext uri="{BB962C8B-B14F-4D97-AF65-F5344CB8AC3E}">
        <p14:creationId xmlns:p14="http://schemas.microsoft.com/office/powerpoint/2010/main" val="9637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err="1"/>
              <a:t>Функціонал</a:t>
            </a:r>
            <a:r>
              <a:rPr lang="ru-RU" dirty="0"/>
              <a:t> чат-бота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18" y="143564"/>
            <a:ext cx="3600000" cy="3195543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algn="ctr"/>
            <a:r>
              <a:rPr lang="ru-RU" dirty="0" err="1"/>
              <a:t>Записатися</a:t>
            </a:r>
            <a:r>
              <a:rPr lang="ru-RU" dirty="0"/>
              <a:t> на </a:t>
            </a:r>
            <a:r>
              <a:rPr lang="ru-RU" dirty="0" err="1"/>
              <a:t>потрібну</a:t>
            </a:r>
            <a:r>
              <a:rPr lang="ru-RU" dirty="0"/>
              <a:t> </a:t>
            </a:r>
            <a:r>
              <a:rPr lang="ru-RU" dirty="0" err="1"/>
              <a:t>послугу</a:t>
            </a:r>
            <a:r>
              <a:rPr lang="ru-RU" dirty="0"/>
              <a:t> у </a:t>
            </a:r>
            <a:r>
              <a:rPr lang="ru-RU" dirty="0" err="1"/>
              <a:t>зручний</a:t>
            </a:r>
            <a:r>
              <a:rPr lang="ru-RU" dirty="0"/>
              <a:t> час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18" y="3518618"/>
            <a:ext cx="3600000" cy="318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09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err="1"/>
              <a:t>Функціонал</a:t>
            </a:r>
            <a:r>
              <a:rPr lang="ru-RU" dirty="0"/>
              <a:t> чат-бота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905" y="819150"/>
            <a:ext cx="6120000" cy="5438106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algn="ctr"/>
            <a:r>
              <a:rPr lang="ru-RU" dirty="0" err="1"/>
              <a:t>Переглянути</a:t>
            </a:r>
            <a:r>
              <a:rPr lang="ru-RU" dirty="0"/>
              <a:t> </a:t>
            </a:r>
            <a:r>
              <a:rPr lang="ru-RU" dirty="0" err="1"/>
              <a:t>графік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СТО</a:t>
            </a:r>
          </a:p>
        </p:txBody>
      </p:sp>
    </p:spTree>
    <p:extLst>
      <p:ext uri="{BB962C8B-B14F-4D97-AF65-F5344CB8AC3E}">
        <p14:creationId xmlns:p14="http://schemas.microsoft.com/office/powerpoint/2010/main" val="351376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err="1"/>
              <a:t>Функціонал</a:t>
            </a:r>
            <a:r>
              <a:rPr lang="ru-RU" dirty="0"/>
              <a:t> чат-бота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840" y="865332"/>
            <a:ext cx="6120000" cy="5481542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algn="ctr"/>
            <a:r>
              <a:rPr lang="ru-RU" dirty="0" err="1"/>
              <a:t>Переглянути</a:t>
            </a:r>
            <a:r>
              <a:rPr lang="ru-RU" dirty="0"/>
              <a:t> </a:t>
            </a:r>
            <a:r>
              <a:rPr lang="ru-RU" dirty="0" err="1"/>
              <a:t>історію</a:t>
            </a:r>
            <a:r>
              <a:rPr lang="ru-RU" dirty="0"/>
              <a:t> </a:t>
            </a:r>
            <a:r>
              <a:rPr lang="ru-RU" dirty="0" err="1"/>
              <a:t>своїх</a:t>
            </a:r>
            <a:r>
              <a:rPr lang="ru-RU" dirty="0"/>
              <a:t> </a:t>
            </a:r>
            <a:r>
              <a:rPr lang="ru-RU" dirty="0" err="1"/>
              <a:t>записів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36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err="1"/>
              <a:t>Функціонал</a:t>
            </a:r>
            <a:r>
              <a:rPr lang="ru-RU" dirty="0"/>
              <a:t> чат-бота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19" y="911514"/>
            <a:ext cx="6120000" cy="5419759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algn="ctr"/>
            <a:r>
              <a:rPr lang="ru-RU" dirty="0" err="1"/>
              <a:t>Побачити</a:t>
            </a:r>
            <a:r>
              <a:rPr lang="ru-RU" dirty="0"/>
              <a:t> </a:t>
            </a:r>
            <a:r>
              <a:rPr lang="ru-RU" dirty="0" err="1"/>
              <a:t>майбутні</a:t>
            </a:r>
            <a:r>
              <a:rPr lang="ru-RU" dirty="0"/>
              <a:t> записи</a:t>
            </a:r>
          </a:p>
        </p:txBody>
      </p:sp>
    </p:spTree>
    <p:extLst>
      <p:ext uri="{BB962C8B-B14F-4D97-AF65-F5344CB8AC3E}">
        <p14:creationId xmlns:p14="http://schemas.microsoft.com/office/powerpoint/2010/main" val="2128791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ru-RU" dirty="0" err="1"/>
              <a:t>Функціонал</a:t>
            </a:r>
            <a:r>
              <a:rPr lang="ru-RU" dirty="0"/>
              <a:t> чат-бота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447" y="865332"/>
            <a:ext cx="6120000" cy="5407047"/>
          </a:xfr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algn="ctr"/>
            <a:r>
              <a:rPr lang="ru-RU" dirty="0" err="1"/>
              <a:t>Отримати</a:t>
            </a:r>
            <a:r>
              <a:rPr lang="ru-RU" dirty="0"/>
              <a:t> адресу та </a:t>
            </a:r>
            <a:r>
              <a:rPr lang="ru-RU" dirty="0" err="1"/>
              <a:t>контактні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СТО</a:t>
            </a:r>
          </a:p>
        </p:txBody>
      </p:sp>
    </p:spTree>
    <p:extLst>
      <p:ext uri="{BB962C8B-B14F-4D97-AF65-F5344CB8AC3E}">
        <p14:creationId xmlns:p14="http://schemas.microsoft.com/office/powerpoint/2010/main" val="956792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3039729" y="249382"/>
            <a:ext cx="8187071" cy="2626224"/>
          </a:xfrm>
        </p:spPr>
        <p:txBody>
          <a:bodyPr/>
          <a:lstStyle/>
          <a:p>
            <a:pPr algn="ctr"/>
            <a:r>
              <a:rPr lang="ru-RU" dirty="0" err="1"/>
              <a:t>Цінність</a:t>
            </a:r>
            <a:r>
              <a:rPr lang="ru-RU" dirty="0"/>
              <a:t> для </a:t>
            </a:r>
            <a:r>
              <a:rPr lang="ru-RU" dirty="0" err="1"/>
              <a:t>бізнесу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131127" y="3026181"/>
            <a:ext cx="8793018" cy="3273019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ru-RU" dirty="0"/>
              <a:t>📉 </a:t>
            </a:r>
            <a:r>
              <a:rPr lang="ru-RU" dirty="0" err="1"/>
              <a:t>Зменшення</a:t>
            </a:r>
            <a:r>
              <a:rPr lang="ru-RU" dirty="0"/>
              <a:t> </a:t>
            </a:r>
            <a:r>
              <a:rPr lang="ru-RU" dirty="0" err="1"/>
              <a:t>навантаження</a:t>
            </a:r>
            <a:r>
              <a:rPr lang="ru-RU" dirty="0"/>
              <a:t> на </a:t>
            </a:r>
            <a:r>
              <a:rPr lang="ru-RU" dirty="0" err="1" smtClean="0"/>
              <a:t>адміністраторів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📈 </a:t>
            </a:r>
            <a:r>
              <a:rPr lang="ru-RU" dirty="0" err="1"/>
              <a:t>Збільшення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</a:t>
            </a:r>
            <a:r>
              <a:rPr lang="ru-RU" dirty="0" err="1" smtClean="0"/>
              <a:t>записів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en-US" dirty="0"/>
              <a:t>⏱ </a:t>
            </a:r>
            <a:r>
              <a:rPr lang="ru-RU" dirty="0" err="1"/>
              <a:t>Економія</a:t>
            </a:r>
            <a:r>
              <a:rPr lang="ru-RU" dirty="0"/>
              <a:t> часу </a:t>
            </a:r>
            <a:r>
              <a:rPr lang="ru-RU" dirty="0" smtClean="0"/>
              <a:t>персоналу.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📊 </a:t>
            </a:r>
            <a:r>
              <a:rPr lang="ru-RU" dirty="0" err="1"/>
              <a:t>Структуровані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про </a:t>
            </a:r>
            <a:r>
              <a:rPr lang="ru-RU" dirty="0" err="1" smtClean="0"/>
              <a:t>клієнтів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💬 </a:t>
            </a:r>
            <a:r>
              <a:rPr lang="ru-RU" dirty="0" err="1"/>
              <a:t>Сучасний</a:t>
            </a:r>
            <a:r>
              <a:rPr lang="ru-RU" dirty="0"/>
              <a:t> канал </a:t>
            </a:r>
            <a:r>
              <a:rPr lang="ru-RU" dirty="0" err="1" smtClean="0"/>
              <a:t>комунікації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622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1329" y="406400"/>
            <a:ext cx="8187071" cy="2570806"/>
          </a:xfrm>
        </p:spPr>
        <p:txBody>
          <a:bodyPr/>
          <a:lstStyle/>
          <a:p>
            <a:pPr algn="ctr"/>
            <a:r>
              <a:rPr lang="ru-RU" dirty="0" err="1"/>
              <a:t>Переваги</a:t>
            </a:r>
            <a:r>
              <a:rPr lang="ru-RU" dirty="0"/>
              <a:t> для </a:t>
            </a:r>
            <a:r>
              <a:rPr lang="ru-RU" dirty="0" err="1"/>
              <a:t>клієнтів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371273" y="3340217"/>
            <a:ext cx="8451271" cy="282043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ru-RU" dirty="0"/>
              <a:t>👍 </a:t>
            </a:r>
            <a:r>
              <a:rPr lang="ru-RU" dirty="0" err="1"/>
              <a:t>Запис</a:t>
            </a:r>
            <a:r>
              <a:rPr lang="ru-RU" dirty="0"/>
              <a:t> без </a:t>
            </a:r>
            <a:r>
              <a:rPr lang="ru-RU" dirty="0" err="1"/>
              <a:t>дзвінків</a:t>
            </a:r>
            <a:r>
              <a:rPr lang="ru-RU" dirty="0"/>
              <a:t> та </a:t>
            </a:r>
            <a:r>
              <a:rPr lang="ru-RU" dirty="0" err="1" smtClean="0"/>
              <a:t>очікування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👍 Доступ до </a:t>
            </a:r>
            <a:r>
              <a:rPr lang="ru-RU" dirty="0" err="1"/>
              <a:t>інформації</a:t>
            </a:r>
            <a:r>
              <a:rPr lang="ru-RU" dirty="0"/>
              <a:t> </a:t>
            </a:r>
            <a:r>
              <a:rPr lang="ru-RU" dirty="0" smtClean="0"/>
              <a:t>24/7.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👍 </a:t>
            </a:r>
            <a:r>
              <a:rPr lang="ru-RU" dirty="0" err="1"/>
              <a:t>Уся</a:t>
            </a:r>
            <a:r>
              <a:rPr lang="ru-RU" dirty="0"/>
              <a:t> </a:t>
            </a:r>
            <a:r>
              <a:rPr lang="ru-RU" dirty="0" err="1"/>
              <a:t>історія</a:t>
            </a:r>
            <a:r>
              <a:rPr lang="ru-RU" dirty="0"/>
              <a:t> </a:t>
            </a:r>
            <a:r>
              <a:rPr lang="ru-RU" dirty="0" err="1"/>
              <a:t>обслуговування</a:t>
            </a:r>
            <a:r>
              <a:rPr lang="ru-RU" dirty="0"/>
              <a:t> в одному </a:t>
            </a:r>
            <a:r>
              <a:rPr lang="ru-RU" dirty="0" err="1" smtClean="0"/>
              <a:t>місці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👍 </a:t>
            </a:r>
            <a:r>
              <a:rPr lang="ru-RU" dirty="0" err="1"/>
              <a:t>Простий</a:t>
            </a:r>
            <a:r>
              <a:rPr lang="ru-RU" dirty="0"/>
              <a:t> та </a:t>
            </a:r>
            <a:r>
              <a:rPr lang="ru-RU" dirty="0" err="1"/>
              <a:t>зрозумілий</a:t>
            </a:r>
            <a:r>
              <a:rPr lang="ru-RU" dirty="0"/>
              <a:t> </a:t>
            </a:r>
            <a:r>
              <a:rPr lang="ru-RU" dirty="0" err="1" smtClean="0"/>
              <a:t>інтерфейс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409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85911" y="378690"/>
            <a:ext cx="8187071" cy="2459970"/>
          </a:xfrm>
        </p:spPr>
        <p:txBody>
          <a:bodyPr/>
          <a:lstStyle/>
          <a:p>
            <a:pPr algn="ctr"/>
            <a:r>
              <a:rPr lang="ru-RU" dirty="0" err="1"/>
              <a:t>Конкурентні</a:t>
            </a:r>
            <a:r>
              <a:rPr lang="ru-RU" dirty="0"/>
              <a:t> </a:t>
            </a:r>
            <a:r>
              <a:rPr lang="ru-RU" dirty="0" err="1"/>
              <a:t>переваги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251201" y="3238618"/>
            <a:ext cx="8617526" cy="287585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ru-RU" dirty="0"/>
              <a:t>⭐ </a:t>
            </a:r>
            <a:r>
              <a:rPr lang="ru-RU" dirty="0" err="1"/>
              <a:t>Швидке</a:t>
            </a:r>
            <a:r>
              <a:rPr lang="ru-RU" dirty="0"/>
              <a:t> </a:t>
            </a:r>
            <a:r>
              <a:rPr lang="ru-RU" dirty="0" err="1" smtClean="0"/>
              <a:t>впровадження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⭐ </a:t>
            </a:r>
            <a:r>
              <a:rPr lang="ru-RU" dirty="0" err="1"/>
              <a:t>Мінімальні</a:t>
            </a:r>
            <a:r>
              <a:rPr lang="ru-RU" dirty="0"/>
              <a:t> </a:t>
            </a:r>
            <a:r>
              <a:rPr lang="ru-RU" dirty="0" err="1"/>
              <a:t>витрати</a:t>
            </a:r>
            <a:r>
              <a:rPr lang="ru-RU" dirty="0"/>
              <a:t> для </a:t>
            </a:r>
            <a:r>
              <a:rPr lang="ru-RU" dirty="0" smtClean="0"/>
              <a:t>СТО.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⭐ Не </a:t>
            </a:r>
            <a:r>
              <a:rPr lang="ru-RU" dirty="0" err="1"/>
              <a:t>потребує</a:t>
            </a:r>
            <a:r>
              <a:rPr lang="ru-RU" dirty="0"/>
              <a:t> </a:t>
            </a:r>
            <a:r>
              <a:rPr lang="ru-RU" dirty="0" err="1"/>
              <a:t>навчання</a:t>
            </a:r>
            <a:r>
              <a:rPr lang="ru-RU" dirty="0"/>
              <a:t> </a:t>
            </a:r>
            <a:r>
              <a:rPr lang="ru-RU" dirty="0" smtClean="0"/>
              <a:t>персоналу.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⭐ Легко </a:t>
            </a:r>
            <a:r>
              <a:rPr lang="ru-RU" dirty="0" err="1"/>
              <a:t>масштабується</a:t>
            </a:r>
            <a:r>
              <a:rPr lang="ru-RU" dirty="0"/>
              <a:t> на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smtClean="0"/>
              <a:t>СТО.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⭐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розширення</a:t>
            </a:r>
            <a:r>
              <a:rPr lang="ru-RU" dirty="0"/>
              <a:t> </a:t>
            </a:r>
            <a:r>
              <a:rPr lang="ru-RU" dirty="0" err="1" smtClean="0"/>
              <a:t>функціоналу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3055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73775" y="258619"/>
            <a:ext cx="8187071" cy="2506151"/>
          </a:xfrm>
        </p:spPr>
        <p:txBody>
          <a:bodyPr/>
          <a:lstStyle/>
          <a:p>
            <a:pPr algn="ctr"/>
            <a:r>
              <a:rPr lang="ru-RU" dirty="0" err="1"/>
              <a:t>Потенціал</a:t>
            </a:r>
            <a:r>
              <a:rPr lang="ru-RU" dirty="0"/>
              <a:t> </a:t>
            </a:r>
            <a:r>
              <a:rPr lang="ru-RU" dirty="0" err="1"/>
              <a:t>розвитку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380509" y="3291242"/>
            <a:ext cx="8432800" cy="270315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ru-RU" dirty="0"/>
              <a:t>🚀 Онлайн-оплата </a:t>
            </a:r>
            <a:r>
              <a:rPr lang="ru-RU" dirty="0" err="1" smtClean="0"/>
              <a:t>послуг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🚀 </a:t>
            </a:r>
            <a:r>
              <a:rPr lang="ru-RU" dirty="0" err="1"/>
              <a:t>Автоматичні</a:t>
            </a:r>
            <a:r>
              <a:rPr lang="ru-RU" dirty="0"/>
              <a:t> </a:t>
            </a:r>
            <a:r>
              <a:rPr lang="ru-RU" dirty="0" err="1"/>
              <a:t>нагадування</a:t>
            </a:r>
            <a:r>
              <a:rPr lang="ru-RU" dirty="0"/>
              <a:t> про </a:t>
            </a:r>
            <a:r>
              <a:rPr lang="ru-RU" dirty="0" err="1" smtClean="0"/>
              <a:t>запис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🚀 </a:t>
            </a:r>
            <a:r>
              <a:rPr lang="ru-RU" dirty="0" err="1"/>
              <a:t>Інтеграція</a:t>
            </a:r>
            <a:r>
              <a:rPr lang="ru-RU" dirty="0"/>
              <a:t> з </a:t>
            </a:r>
            <a:r>
              <a:rPr lang="en-US" dirty="0"/>
              <a:t>CRM-</a:t>
            </a:r>
            <a:r>
              <a:rPr lang="ru-RU" dirty="0" smtClean="0"/>
              <a:t>системами.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🚀 </a:t>
            </a:r>
            <a:r>
              <a:rPr lang="ru-RU" dirty="0" err="1"/>
              <a:t>Акції</a:t>
            </a:r>
            <a:r>
              <a:rPr lang="ru-RU" dirty="0"/>
              <a:t> та </a:t>
            </a:r>
            <a:r>
              <a:rPr lang="ru-RU" dirty="0" err="1"/>
              <a:t>персональні</a:t>
            </a:r>
            <a:r>
              <a:rPr lang="ru-RU" dirty="0"/>
              <a:t> </a:t>
            </a:r>
            <a:r>
              <a:rPr lang="ru-RU" dirty="0" err="1" smtClean="0"/>
              <a:t>пропозиції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🚀 </a:t>
            </a:r>
            <a:r>
              <a:rPr lang="ru-RU" dirty="0" err="1"/>
              <a:t>Аналітика</a:t>
            </a:r>
            <a:r>
              <a:rPr lang="ru-RU" dirty="0"/>
              <a:t> та </a:t>
            </a:r>
            <a:r>
              <a:rPr lang="ru-RU" dirty="0" err="1"/>
              <a:t>звіти</a:t>
            </a:r>
            <a:r>
              <a:rPr lang="ru-RU" dirty="0"/>
              <a:t> для </a:t>
            </a:r>
            <a:r>
              <a:rPr lang="ru-RU" dirty="0" err="1"/>
              <a:t>власника</a:t>
            </a:r>
            <a:r>
              <a:rPr lang="ru-RU" dirty="0"/>
              <a:t> </a:t>
            </a:r>
            <a:r>
              <a:rPr lang="ru-RU" dirty="0" smtClean="0"/>
              <a:t>СТО.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922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Підсумок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078523" y="5988433"/>
            <a:ext cx="10945091" cy="742279"/>
          </a:xfrm>
        </p:spPr>
        <p:txBody>
          <a:bodyPr>
            <a:normAutofit fontScale="92500"/>
          </a:bodyPr>
          <a:lstStyle/>
          <a:p>
            <a:pPr algn="l"/>
            <a:r>
              <a:rPr lang="ru-RU" dirty="0"/>
              <a:t>Наш чат-бот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готове</a:t>
            </a:r>
            <a:r>
              <a:rPr lang="ru-RU" dirty="0"/>
              <a:t> </a:t>
            </a:r>
            <a:r>
              <a:rPr lang="ru-RU" dirty="0" err="1"/>
              <a:t>цифрове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, яке </a:t>
            </a:r>
            <a:r>
              <a:rPr lang="ru-RU" dirty="0" err="1"/>
              <a:t>підвищує</a:t>
            </a:r>
            <a:r>
              <a:rPr lang="ru-RU" dirty="0"/>
              <a:t> </a:t>
            </a:r>
            <a:r>
              <a:rPr lang="ru-RU" dirty="0" err="1"/>
              <a:t>ефективність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СТО та </a:t>
            </a:r>
            <a:r>
              <a:rPr lang="ru-RU" dirty="0" err="1"/>
              <a:t>покращує</a:t>
            </a:r>
            <a:r>
              <a:rPr lang="ru-RU" dirty="0"/>
              <a:t> </a:t>
            </a:r>
            <a:r>
              <a:rPr lang="ru-RU" dirty="0" err="1"/>
              <a:t>клієнтський</a:t>
            </a:r>
            <a:r>
              <a:rPr lang="ru-RU" dirty="0"/>
              <a:t> </a:t>
            </a:r>
            <a:r>
              <a:rPr lang="ru-RU" dirty="0" err="1"/>
              <a:t>досвід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4449154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81</TotalTime>
  <Words>340</Words>
  <Application>Microsoft Office PowerPoint</Application>
  <PresentationFormat>Широкоэкранный</PresentationFormat>
  <Paragraphs>37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Corbel</vt:lpstr>
      <vt:lpstr>Gill Sans MT</vt:lpstr>
      <vt:lpstr>Impact</vt:lpstr>
      <vt:lpstr>Badge</vt:lpstr>
      <vt:lpstr>Чат-бот «СТО»</vt:lpstr>
      <vt:lpstr>Ідея проєкту</vt:lpstr>
      <vt:lpstr>🔴 Клієнти не хочуть телефонувати — це довго та незручно  🔴 Адміністратори перевантажені дзвінками  🔴 Втрата клієнтів через відсутність онлайн-запису  🔴 Відсутність прозорої історії відвідувань для клієнта</vt:lpstr>
      <vt:lpstr>Наше рішення</vt:lpstr>
      <vt:lpstr>Функціонал чат-бота</vt:lpstr>
      <vt:lpstr>Функціонал чат-бота</vt:lpstr>
      <vt:lpstr>Функціонал чат-бота</vt:lpstr>
      <vt:lpstr>Функціонал чат-бота</vt:lpstr>
      <vt:lpstr>Функціонал чат-бота</vt:lpstr>
      <vt:lpstr>Функціонал чат-бота</vt:lpstr>
      <vt:lpstr>Функціонал чат-бота</vt:lpstr>
      <vt:lpstr>Цінність для бізнесу</vt:lpstr>
      <vt:lpstr>Переваги для клієнтів</vt:lpstr>
      <vt:lpstr>Конкурентні переваги</vt:lpstr>
      <vt:lpstr>Потенціал розвитку</vt:lpstr>
      <vt:lpstr>Підсумок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Чат-бот «СТО»</dc:title>
  <dc:creator>Софья Покатаева</dc:creator>
  <cp:lastModifiedBy>Софья Покатаева</cp:lastModifiedBy>
  <cp:revision>8</cp:revision>
  <dcterms:created xsi:type="dcterms:W3CDTF">2026-02-03T14:03:54Z</dcterms:created>
  <dcterms:modified xsi:type="dcterms:W3CDTF">2026-02-03T15:29:22Z</dcterms:modified>
</cp:coreProperties>
</file>